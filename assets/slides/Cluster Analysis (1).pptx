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76a68d9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76a68d9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76a68d9c9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76a68d9c9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76a68d9c9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76a68d9c9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76a68d9c9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76a68d9c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76a68d9c9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76a68d9c9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76a68d9c9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76a68d9c9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76a68d9c9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76a68d9c9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76a68d9c9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76a68d9c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76a68d9c9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76a68d9c9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Analysis of Depressive Disorder Symptoms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531900"/>
            <a:ext cx="3505200" cy="29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Objective: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Analyze mental health trends using a dataset on depressive disorder symptoms.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Identify patterns </a:t>
            </a:r>
            <a:r>
              <a:rPr lang="en" sz="1700"/>
              <a:t>through clustering techniques.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Visualize insights for better understanding.</a:t>
            </a:r>
            <a:endParaRPr sz="1700"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4819650" y="1684300"/>
            <a:ext cx="3505200" cy="29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Variable</a:t>
            </a:r>
            <a:r>
              <a:rPr b="1" lang="en" sz="1700"/>
              <a:t>: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Value (Percentage of individuals affected)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Low CI (Lower bound of confidence interval)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High CI (Upper bound of confidence interval)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Time Period (Year/Quarter)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Statistics</a:t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518825"/>
            <a:ext cx="7505700" cy="2653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Interpretation: </a:t>
            </a:r>
            <a:r>
              <a:rPr lang="en"/>
              <a:t>The "elbow point" (where the decrease in inertia slows down) is around k = 3, suggesting that 3 clusters is a good choice for K-Means clustering.</a:t>
            </a:r>
            <a:endParaRPr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650" y="239150"/>
            <a:ext cx="6549516" cy="39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Interpretations</a:t>
            </a:r>
            <a:r>
              <a:rPr b="1" lang="en"/>
              <a:t>:</a:t>
            </a:r>
            <a:r>
              <a:rPr lang="en"/>
              <a:t> A natural cut-off suggests two or three clusters as a good choice.</a:t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075" y="94500"/>
            <a:ext cx="7246049" cy="40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</a:t>
            </a:r>
            <a:r>
              <a:rPr lang="en"/>
              <a:t>: The clustering shows a clear pattern, where data points with higher "Value" tend to belong to a different cluster compared to those with lower values.</a:t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025" y="152400"/>
            <a:ext cx="6539099" cy="40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</a:t>
            </a:r>
            <a:r>
              <a:rPr lang="en"/>
              <a:t>:  The histogram is </a:t>
            </a:r>
            <a:r>
              <a:rPr lang="en"/>
              <a:t>normally</a:t>
            </a:r>
            <a:r>
              <a:rPr lang="en"/>
              <a:t> Distributed.</a:t>
            </a:r>
            <a:endParaRPr/>
          </a:p>
        </p:txBody>
      </p:sp>
      <p:pic>
        <p:nvPicPr>
          <p:cNvPr id="166" name="Google Shape;1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50" y="152400"/>
            <a:ext cx="6539100" cy="40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Interpretation: The boxplot reveals Cluster 2 has significantly higher 'Value' than others</a:t>
            </a:r>
            <a:endParaRPr/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375" y="177200"/>
            <a:ext cx="6613476" cy="419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5576050" y="1337675"/>
            <a:ext cx="29604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Interpretation: 3D plot shows clear spatial separation between clusters</a:t>
            </a:r>
            <a:endParaRPr/>
          </a:p>
        </p:txBody>
      </p:sp>
      <p:pic>
        <p:nvPicPr>
          <p:cNvPr id="178" name="Google Shape;17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53492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1️⃣ The data naturally groups into distinct clusters based on depressive disorder values.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2️⃣ K-Means and Hierarchical Clustering produce similar groupings, indicating robustness.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3️⃣ The spread of 'Value' and 'Low CI' suggests differences in trends across time periods.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4️⃣ Further analysis could explore whether certain states have significantly different trends.</a:t>
            </a:r>
            <a:endParaRPr sz="1600"/>
          </a:p>
        </p:txBody>
      </p:sp>
      <p:sp>
        <p:nvSpPr>
          <p:cNvPr id="184" name="Google Shape;184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from Clustering Analysis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